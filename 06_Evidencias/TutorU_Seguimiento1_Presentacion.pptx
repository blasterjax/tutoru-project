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303C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2303C"/>
                </a:solidFill>
                <a:latin typeface="Calibri"/>
              </a:rPr>
              <a:t>Valoraciones por criterio (de 9) según enfoque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Alto</c:v>
                </c:pt>
              </c:strCache>
            </c:strRef>
          </c:tx>
          <c:spPr>
            <a:solidFill>
              <a:srgbClr val="1E8A5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Predictivo</c:v>
                  </c:pt>
                  <c:pt idx="1">
                    <c:v>Iterativo</c:v>
                  </c:pt>
                  <c:pt idx="2">
                    <c:v>Incremental</c:v>
                  </c:pt>
                  <c:pt idx="3">
                    <c:v>Ágil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Medio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Predictivo</c:v>
                  </c:pt>
                  <c:pt idx="1">
                    <c:v>Iterativo</c:v>
                  </c:pt>
                  <c:pt idx="2">
                    <c:v>Incremental</c:v>
                  </c:pt>
                  <c:pt idx="3">
                    <c:v>Ágil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Bajo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Predictivo</c:v>
                  </c:pt>
                  <c:pt idx="1">
                    <c:v>Iterativo</c:v>
                  </c:pt>
                  <c:pt idx="2">
                    <c:v>Incremental</c:v>
                  </c:pt>
                  <c:pt idx="3">
                    <c:v>Ágil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30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303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1  ·  IF2008 INGENIERÍA DE SOFTWARE  ·  GRUPO 600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TutorU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tutorías entre estudiantes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Iniciativa v0.1  y  Matriz Comparativa de Procesos de Software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Programa de Permanencia Académica   ·   21/08/2026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EXPOSICIÓN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presentar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ocurre la situación y qué la origina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e interesados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011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la sustenta y a quién involucra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objetivos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29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 el proyecto y qué persigue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108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063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Restricciones, criterios y riesgos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429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y forma de verificar el éxito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pendientes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846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aún debemos validar con el docente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45262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proceso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846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enfoque de ingeniería de software elegimos y por qué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ocurre la situación?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se desarrolla en la Institución Universitaria de Envigado, dentro del Programa de Permanencia Académica, que apoya a estudiantes con dificultades en determinadas asignaturas.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la coordinación organiza los encuentros entre tutores y estudiantes de forma manual, por mensajes individuales — sin información centralizada sobre oferta, horarios ni sesiones realizadas.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2360" y="1691640"/>
            <a:ext cx="4160520" cy="39319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52360" y="20574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9718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coordinación de tutorías se hace hoy de forma manual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09560" y="3977640"/>
            <a:ext cx="3246120" cy="0"/>
          </a:xfrm>
          <a:prstGeom prst="line">
            <a:avLst/>
          </a:prstGeom>
          <a:noFill/>
          <a:ln w="12700">
            <a:solidFill>
              <a:srgbClr val="3E5A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416052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usado: mensajes individuales por chat o redes sociales, sin visibilidad de horarios ni temas.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2-3. NECESIDAD Y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necesitan los interesados y qué lo impide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que requieren apoyo académico y los estudiantes tutores necesitan un medio común para encontrarse, coordinar horarios y conocer los temas y resultados de cada sesión, para facilitar el acceso oportuno a tutorías pertinentes y permitir que la coordinación dé seguimiento a la actividad realizada.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370832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que buscan o brindan tutorías experimentan dificultades para coordinar sesiones, debido a que la solicitud se realiza por mensajes dispersos, sin visibilidad de horarios ni claridad sobre el tema, lo que ocasiona choques de horario, tutorías mal enfocadas y ausencia de evidencia de si la sesión se realizó.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INICIALES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sustenta el 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7FAFC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Choques de horario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Relatos de la coordinación sobre choques de horario y solicitudes repetidas.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09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Programa de Permanencia Académica (caso entregado por el cliente).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7FAFC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canal único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un canal único para publicar la disponibilidad de los tutores.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709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situación problemática inicial descrita en el caso.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7FAFC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1031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de referencia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estudiante busca apoyo en UML antes de una evaluación y necesita confirmación clara.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709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semestral, escenario de referencia.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INTERESADOS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quién involucra la iniciativa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114800"/>
        </p:xfrm>
        <a:graphic>
          <a:graphicData uri="http://schemas.openxmlformats.org/drawingml/2006/table">
            <a:tbl>
              <a:tblPr/>
              <a:tblGrid>
                <a:gridCol w="3840480"/>
                <a:gridCol w="585216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Necesidad o expectativa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Estudiantes que solicitan apoyo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Encontrar una tutoría pertinente y confirmar la sesión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Estudiantes tutores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 disponibilidad y recibir solicitudes claras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Coordinador de tutorías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Visualizar sesiones programadas y realizadas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Docentes de asignaturas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Confiar en un canal de apoyo académico complementario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A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de Permanencia Académica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con un prototipo viable para la estrategia de permanencia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ALCANCE PRELIMINAR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 el proyecto y qué queda fuera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AF6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de tutorías por asignatura y tema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44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9443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del tutor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112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112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y confirmación de sesión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782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0782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Reprogramación o cancelación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451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6451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breve de realización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212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212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sesiones pendientes y realizadas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E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377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académica del estudiante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944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9443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Videollamada integrada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5112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5112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psicológico o académico automatizado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0782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40782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a tutores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6451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6451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notas institucionales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7-8. OBJETIVOS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persigue el proyecto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64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299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prototipo navegable de una plataforma de tutorías entre estudiantes que permita coordinar la oferta, solicitud y confirmación de sesiones de apoyo académico.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7588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modelo de datos y las reglas de negocio de la oferta, disponibilidad y solicitud.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3108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2511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25112" y="367588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requisitos para solicitar, confirmar, reprogramar y cancelar sin reservas duplicadas.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1584" y="310896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01584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01584" y="367588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los procesos mediante historias de usuario o casos de uso.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9320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wireframes y un prototipo navegable de extremo a extremo.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5112" y="4526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25112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25112" y="509320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prototipo con escenarios ficticios frente a los criterios de éxito.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RESTRICCIONES Y SUPUESTOS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Condiciones fijas y condiciones por validar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7FAFC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46888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almacenarán calificaciones ni datos académicos sensibles de los estudiantes.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06908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prevenir reservas duplicadas de horario para un mismo tutor.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7FAFC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2514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246888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asume que los estudiantes tutores mantendrán actualizada su disponibilidad.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41148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06908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asume que la coordinación consultará información agregada sin integrarla a sistemas institucionales.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CRITERIOS DE ÉXITO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sabremos que el prototipo responde a la necesidad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38528"/>
            <a:ext cx="365760" cy="36576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estudiante encuentra una tutoría pertinente a su necesidad.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779776"/>
            <a:ext cx="365760" cy="36576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243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tutor y el solicitante comprenden fecha, tema y modalidad de la sesión.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21024"/>
            <a:ext cx="365760" cy="36576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46557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sesión puede confirmarse, reprogramarse o cancelarse.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462272"/>
            <a:ext cx="365760" cy="36576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30682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coordinación identifica sesiones programadas y realizadas.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303520"/>
            <a:ext cx="365760" cy="36576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1480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evita reservas duplicadas de horario.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RIESGOS INICIALES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podría impedir o dificultar el desarrollo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AFC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disponibilidad de tutores reales o representativos para validar el prototipo.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32520" y="198424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32520" y="1984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Media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104120" y="198424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104120" y="19842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Imp. Alto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AFC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346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ambigua de qué información puede considerarse “sensible”.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2520" y="303580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32520" y="30358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Media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104120" y="303580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104120" y="30358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Imp. Medio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AFC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8862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que crezca más allá de lo viable para un prototipo académico.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32520" y="408736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732520" y="4087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Alta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104120" y="408736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04120" y="4087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Imp. Alto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AFC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9377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obtener retroalimentación oportuna de los interesados reales.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32520" y="513892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732520" y="51389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Media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104120" y="513892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104120" y="51389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Imp. Medio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PREGUNTAS PENDIENTES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aún debemos consultar con el docente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— para validar la correcta estructuración del proyecto: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31720"/>
            <a:ext cx="306324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y datos sensibles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datos mínimos necesita ver cada rol (estudiante, tutor, coordinador), y cuáles deben tratarse como sensibles más allá de las calificaciones?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21295C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331720"/>
            <a:ext cx="306324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y estados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4290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se cancela con poca anticipación? ¿Puede un tutor rechazar? ¿Qué estados tiene una sesión y quién autoriza cada transición?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212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331720"/>
            <a:ext cx="306324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vs. iteración posterior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429000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funciones del alcance, ¿cuáles son indispensables para la primera entrega navegable y cuáles pueden aplazarse?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preguntas adicionales ya registradas en la Ficha de Iniciativa (evidencia, canales actuales, atributo de calidad prioritario, entre otras).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COMPARATIVA DE PROCESOS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enfoque de ingeniería de software elegimos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9164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47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SELECCIONADO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1214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con prácticas ágiles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697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Incrementos priorizados; dentro de cada uno, ciclos cortos con retroalimentación frecuente.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0" y="3703320"/>
            <a:ext cx="4754880" cy="2377440"/>
          </a:xfrm>
          <a:prstGeom prst="roundRect">
            <a:avLst>
              <a:gd name="adj" fmla="val 3846"/>
            </a:avLst>
          </a:prstGeom>
          <a:solidFill>
            <a:srgbClr val="F7FAFC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3858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4160520"/>
            <a:ext cx="4206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alcance ya está dividido en capacidades priorizadas y la ruta del semestre exige evidencia por etapas (incremental).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requisitos aún deben descubrirse y podrán cambiar tras la elicitación (ágil).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Camino hacia la Etapa 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8424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con el docente las preguntas pendientes (perfiles y datos, reglas de negocio, MVP).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3580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la elicitación de requisitos: entrevistas y validación con los interesados.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08736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el primer incremento navegable según los criterios de éxito definidos.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abrimos la discusión y las preguntas.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TutorU  ·  IF2008 Ingeniería de Software  ·  Seguimiento 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2026-08-31T04:57:10Z</dcterms:created>
  <dcterms:modified xsi:type="dcterms:W3CDTF">2026-08-31T04:57:10Z</dcterms:modified>
</cp:coreProperties>
</file>